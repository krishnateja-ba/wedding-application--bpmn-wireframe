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43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00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60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48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13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18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84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5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46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26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B05B1-DEC6-47A8-9DDF-FA7D411965FC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2C75F-442A-4B95-8869-371FF71A6B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360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D0B6-BF0E-16FD-706E-26E118E53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709" y="599768"/>
            <a:ext cx="9409472" cy="2910195"/>
          </a:xfrm>
        </p:spPr>
        <p:txBody>
          <a:bodyPr>
            <a:normAutofit fontScale="90000"/>
          </a:bodyPr>
          <a:lstStyle/>
          <a:p>
            <a:pPr algn="l"/>
            <a:r>
              <a:rPr lang="en-IN" sz="4400" dirty="0">
                <a:latin typeface="Algerian" panose="04020705040A02060702" pitchFamily="82" charset="0"/>
              </a:rPr>
              <a:t>       BPMN Model Using </a:t>
            </a:r>
            <a:r>
              <a:rPr lang="en-IN" sz="4400" dirty="0" err="1">
                <a:latin typeface="Algerian" panose="04020705040A02060702" pitchFamily="82" charset="0"/>
              </a:rPr>
              <a:t>Lucidchart</a:t>
            </a:r>
            <a:br>
              <a:rPr lang="en-IN" sz="4400" dirty="0">
                <a:latin typeface="Algerian" panose="04020705040A02060702" pitchFamily="82" charset="0"/>
              </a:rPr>
            </a:br>
            <a:br>
              <a:rPr lang="en-IN" sz="4400" dirty="0">
                <a:latin typeface="Algerian" panose="04020705040A02060702" pitchFamily="82" charset="0"/>
              </a:rPr>
            </a:br>
            <a:br>
              <a:rPr lang="en-IN" sz="4400" dirty="0">
                <a:latin typeface="Algerian" panose="04020705040A02060702" pitchFamily="82" charset="0"/>
              </a:rPr>
            </a:br>
            <a:br>
              <a:rPr lang="en-IN" sz="4400" dirty="0">
                <a:latin typeface="Algerian" panose="04020705040A02060702" pitchFamily="82" charset="0"/>
              </a:rPr>
            </a:br>
            <a:br>
              <a:rPr lang="en-IN" sz="4400" dirty="0">
                <a:latin typeface="Algerian" panose="04020705040A02060702" pitchFamily="82" charset="0"/>
              </a:rPr>
            </a:br>
            <a:endParaRPr lang="en-IN" sz="4400" dirty="0">
              <a:latin typeface="Algerian" panose="04020705040A02060702" pitchFamily="8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BB07C9-DA88-7B3C-BA79-1A4E68DF7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149" y="914400"/>
            <a:ext cx="2416175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9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5E5E-E632-E537-3638-A740739D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  <a:r>
              <a:rPr lang="en-IN" sz="4000" dirty="0" err="1">
                <a:latin typeface="Algerian" panose="04020705040A02060702" pitchFamily="82" charset="0"/>
              </a:rPr>
              <a:t>WireFrame</a:t>
            </a:r>
            <a:r>
              <a:rPr lang="en-IN" sz="4000" dirty="0">
                <a:latin typeface="Algerian" panose="04020705040A02060702" pitchFamily="82" charset="0"/>
              </a:rPr>
              <a:t> Design with Balsamiq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A9A90D-8820-6AD0-2899-F471C220A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221" y="1690688"/>
            <a:ext cx="7629662" cy="4351338"/>
          </a:xfrm>
        </p:spPr>
      </p:pic>
    </p:spTree>
    <p:extLst>
      <p:ext uri="{BB962C8B-B14F-4D97-AF65-F5344CB8AC3E}">
        <p14:creationId xmlns:p14="http://schemas.microsoft.com/office/powerpoint/2010/main" val="153545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</TotalTime>
  <Words>15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Office Theme</vt:lpstr>
      <vt:lpstr>       BPMN Model Using Lucidchart     </vt:lpstr>
      <vt:lpstr>   WireFrame Design with Balsamiq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DUGGIRALA K. (2267094)</dc:creator>
  <cp:lastModifiedBy>DUGGIRALA K. (2267094)</cp:lastModifiedBy>
  <cp:revision>2</cp:revision>
  <dcterms:created xsi:type="dcterms:W3CDTF">2025-11-04T11:15:41Z</dcterms:created>
  <dcterms:modified xsi:type="dcterms:W3CDTF">2025-11-04T12:07:46Z</dcterms:modified>
</cp:coreProperties>
</file>